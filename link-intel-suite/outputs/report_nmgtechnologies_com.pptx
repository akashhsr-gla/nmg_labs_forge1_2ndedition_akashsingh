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Internal Linking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BEAFE"/>
                </a:solidFill>
              </a:defRPr>
            </a:pPr>
            <a:r>
              <a:t>nmgtechnologies.com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201 Indexable Pages  •  12,420 Internal Links</a:t>
            </a:r>
            <a:br/>
            <a:r>
              <a:t>13 Topical Clusters  •  50 Link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June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Total Pages: 221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Indexable Pages: 201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Internal Links: 12,420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Average Inlinks/Page: 60.5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Max Crawl Depth: 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Topical Clusters: 13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Link Recommendations: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Issues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F4444"/>
                </a:solidFill>
              </a:defRPr>
            </a:pPr>
            <a:r>
              <a:t>• Orphan Pages: 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F4444"/>
                </a:solidFill>
              </a:defRPr>
            </a:pPr>
            <a:r>
              <a:t>• Broken Links: 73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Redirect Links: 945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Nofollow Links: 729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Over-Optimized Anchors: 123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Generic Anchors: 591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Topical Clusters &amp; Authority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Cluster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Blog (99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blog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Uncategorized (29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nmgtechnologies.com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Success Stories (20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Hub | Hub: success-stories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Services (14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custom-software-development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Mobile App Development (8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mobile-application-development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Company (6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about-us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Solution (5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artificial-intelligence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</a:defRPr>
            </a:pPr>
            <a:r>
              <a:t>Web Development (4 pages)</a:t>
            </a:r>
          </a:p>
          <a:p>
            <a:pPr lvl="1">
              <a:spcAft>
                <a:spcPts val="800"/>
              </a:spcAft>
              <a:defRPr sz="1100">
                <a:solidFill>
                  <a:srgbClr val="6B7280"/>
                </a:solidFill>
              </a:defRPr>
            </a:pPr>
            <a:r>
              <a:t>  Authority: Scattered | Hub: user-interface-design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Anchor Text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Anchor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</a:defRPr>
            </a:pPr>
            <a:r>
              <a:t>Total Internal Anchors: 21,516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F2937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</a:defRPr>
            </a:pPr>
            <a:r>
              <a:t>Generic/Non-Descriptive: 591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</a:defRPr>
            </a:pPr>
            <a:r>
              <a:t>Empty or Image Only: 1743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</a:defRPr>
            </a:pPr>
            <a:r>
              <a:t>Over-Optimized: 123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F2937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F2937"/>
                </a:solidFill>
              </a:defRPr>
            </a:pPr>
            <a:r>
              <a:t>Recommendation: Use descriptive, keyword-rich anchor text that accurately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F2937"/>
                </a:solidFill>
              </a:defRPr>
            </a:pPr>
            <a:r>
              <a:t>reflects the target page's topic. Avoid over-optimization of any single anchor.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Link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Top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From: nmgtechnologies.com</a:t>
            </a:r>
          </a:p>
          <a:p>
            <a:pPr lvl="1"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  → case-studies</a:t>
            </a:r>
          </a:p>
          <a:p>
            <a:pPr lvl="2">
              <a:spcAft>
                <a:spcPts val="600"/>
              </a:spcAft>
              <a:defRPr sz="1000" i="1">
                <a:solidFill>
                  <a:srgbClr val="6B7280"/>
                </a:solidFill>
              </a:defRPr>
            </a:pPr>
            <a:r>
              <a:t>     Anchor: "Connection Inc Nasdaq" (relevance: 0.278)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From: about-us</a:t>
            </a:r>
          </a:p>
          <a:p>
            <a:pPr lvl="1"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  → nmg-technologies-made-list-top-mobile-app-development-companies-goodfirms</a:t>
            </a:r>
          </a:p>
          <a:p>
            <a:pPr lvl="2">
              <a:spcAft>
                <a:spcPts val="600"/>
              </a:spcAft>
              <a:defRPr sz="1000" i="1">
                <a:solidFill>
                  <a:srgbClr val="6B7280"/>
                </a:solidFill>
              </a:defRPr>
            </a:pPr>
            <a:r>
              <a:t>     Anchor: "App Development Mobile" (relevance: 0.089)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From: portals</a:t>
            </a:r>
          </a:p>
          <a:p>
            <a:pPr lvl="1"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  → web</a:t>
            </a:r>
          </a:p>
          <a:p>
            <a:pPr lvl="2">
              <a:spcAft>
                <a:spcPts val="600"/>
              </a:spcAft>
              <a:defRPr sz="1000" i="1">
                <a:solidFill>
                  <a:srgbClr val="6B7280"/>
                </a:solidFill>
              </a:defRPr>
            </a:pPr>
            <a:r>
              <a:t>     Anchor: "Insurance" (relevance: 0.114)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From: augmented-reality</a:t>
            </a:r>
          </a:p>
          <a:p>
            <a:pPr lvl="1"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  → web</a:t>
            </a:r>
          </a:p>
          <a:p>
            <a:pPr lvl="2">
              <a:spcAft>
                <a:spcPts val="600"/>
              </a:spcAft>
              <a:defRPr sz="1000" i="1">
                <a:solidFill>
                  <a:srgbClr val="6B7280"/>
                </a:solidFill>
              </a:defRPr>
            </a:pPr>
            <a:r>
              <a:t>     Anchor: "Nmg Technologies Training" (relevance: 0.087)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From: success-stories</a:t>
            </a:r>
          </a:p>
          <a:p>
            <a:pPr lvl="1"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  → web</a:t>
            </a:r>
          </a:p>
          <a:p>
            <a:pPr lvl="2">
              <a:spcAft>
                <a:spcPts val="600"/>
              </a:spcAft>
              <a:defRPr sz="1000" i="1">
                <a:solidFill>
                  <a:srgbClr val="6B7280"/>
                </a:solidFill>
              </a:defRPr>
            </a:pPr>
            <a:r>
              <a:t>     Anchor: "Nmg Technologies Training" (relevance: 0.081)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1. Strengthen Hub Pages: Internal link authority pages heavily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2. Fix Broken Links: Redirects or remove all 4xx/5xx internal links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3. Diversify Anchors: Use varied, descriptive anchor 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4. Connect Related Topics: Use suggested link recommendations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5. Optimize Crawl Depth: Reduce orphan pages via internal linking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6. Monitor Authority: Track hub page inlink growth quarterly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